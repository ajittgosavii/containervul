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3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Enterprise Container Vulnerability</a:t>
            </a:r>
            <a:br/>
            <a:r>
              <a:t>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DD"/>
                </a:solidFill>
              </a:defRPr>
            </a:pPr>
            <a:r>
              <a:t>Multi-Cloud Security  •  Agentic AI  •  MCP Integration  •  ServiceNow  • 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BB"/>
                </a:solidFill>
              </a:defRPr>
            </a:pPr>
            <a:r>
              <a:t>AWS EKS/ECS  •  Azure AKS/ACI  •  GCP GKE/Cloud Run  •  Multi-Account  •  CIS &amp; NIST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217920"/>
            <a:ext cx="12191695" cy="640080"/>
          </a:xfrm>
          <a:prstGeom prst="roundRect">
            <a:avLst/>
          </a:prstGeom>
          <a:solidFill>
            <a:srgbClr val="53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ContainerVul v2.0  |  Powered by Claude AI  |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Container Security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2860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560320" cy="73152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576C"/>
                </a:solidFill>
              </a:defRPr>
            </a:pPr>
            <a: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of containers have at least one</a:t>
            </a:r>
            <a:br/>
            <a:r>
              <a:t>patchable vulnerability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22860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560320" cy="73152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of organizations lack visibility</a:t>
            </a:r>
            <a:br/>
            <a:r>
              <a:t>across multi-cloud containers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560320" cy="22860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73152"/>
          </a:xfrm>
          <a:prstGeom prst="roundRect">
            <a:avLst/>
          </a:prstGeom>
          <a:solidFill>
            <a:srgbClr val="A18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18CD1"/>
                </a:solidFill>
              </a:defRPr>
            </a:pPr>
            <a:r>
              <a:t>45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average time to remediate</a:t>
            </a:r>
            <a:br/>
            <a:r>
              <a:t>a critical container CVE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463040"/>
            <a:ext cx="2560320" cy="22860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0" y="1463040"/>
            <a:ext cx="2560320" cy="73152"/>
          </a:xfrm>
          <a:prstGeom prst="roundRect">
            <a:avLst/>
          </a:prstGeom>
          <a:solidFill>
            <a:srgbClr val="4FA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ACFE"/>
                </a:solidFill>
              </a:defRPr>
            </a:pPr>
            <a:r>
              <a:t>3x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cloud providers with different</a:t>
            </a:r>
            <a:br/>
            <a:r>
              <a:t>security tools and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</a:defRPr>
            </a:pPr>
            <a:r>
              <a:t>Organizations need a unified platform that scans containers across all cloud providers,</a:t>
            </a:r>
            <a:br/>
            <a:r>
              <a:t>leverages AI for intelligent remediation, integrates with ITSM workflows,</a:t>
            </a:r>
            <a:br/>
            <a:r>
              <a:t>and ensures compliance — all from a single pane of glass.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ContainerVul —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0116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57200"/>
          </a:xfrm>
          <a:prstGeom prst="roundRect">
            <a:avLst/>
          </a:prstGeom>
          <a:solidFill>
            <a:srgbClr val="4FA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Multi-Cloud Scanning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EKS, ECS, AKS, ACI, GKE,</a:t>
            </a:r>
            <a:br/>
            <a:r>
              <a:t>Cloud Run, ECR, ACR, GAR</a:t>
            </a:r>
            <a:br/>
            <a:r>
              <a:t>9 container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474720" cy="20116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474720" cy="457200"/>
          </a:xfrm>
          <a:prstGeom prst="roundRect">
            <a:avLst/>
          </a:prstGeom>
          <a:solidFill>
            <a:srgbClr val="A18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0116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Claude tool-use agent with</a:t>
            </a:r>
            <a:br/>
            <a:r>
              <a:t>13 tools for autonomous</a:t>
            </a:r>
            <a:br/>
            <a:r>
              <a:t>scan → analyze → remediate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474720" cy="20116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457200"/>
          </a:xfrm>
          <a:prstGeom prst="round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MCP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0116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15 MCP tools exposing all</a:t>
            </a:r>
            <a:br/>
            <a:r>
              <a:t>capabilities to Claude Desktop</a:t>
            </a:r>
            <a:br/>
            <a:r>
              <a:t>and other MCP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3474720" cy="20116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749039"/>
            <a:ext cx="3474720" cy="457200"/>
          </a:xfrm>
          <a:prstGeom prst="roundRect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ServiceNow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1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Auto-create P1/P2 incidents</a:t>
            </a:r>
            <a:br/>
            <a:r>
              <a:t>CMDB sync, change requests</a:t>
            </a:r>
            <a:br/>
            <a:r>
              <a:t>Bidirectional status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749039"/>
            <a:ext cx="3474720" cy="20116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79" y="3749039"/>
            <a:ext cx="3474720" cy="457200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7947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38911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CIS Docker Benchmark</a:t>
            </a:r>
            <a:br/>
            <a:r>
              <a:t>CIS Kubernetes Benchmark</a:t>
            </a:r>
            <a:br/>
            <a:r>
              <a:t>NIST SP 800-190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749039"/>
            <a:ext cx="3474720" cy="20116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19" y="3749039"/>
            <a:ext cx="3474720" cy="457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37947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438911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RBAC (4 roles), audit logging</a:t>
            </a:r>
            <a:br/>
            <a:r>
              <a:t>Multi-account support</a:t>
            </a:r>
            <a:br/>
            <a:r>
              <a:t>Multi-format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82296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Users &amp;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Browser  •  Streamlit UI  •  AI Agent Chat  •  MCP Clients  •  Claude Desktop  • 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1064240" cy="822960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Core Scanning  •  Agentic AI (13 tools)  •  Multi-Cloud Module  •  Enterprise &amp; Integrations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1064240" cy="822960"/>
          </a:xfrm>
          <a:prstGeom prst="roundRect">
            <a:avLst/>
          </a:prstGeom>
          <a:solidFill>
            <a:srgbClr val="4FA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External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AWS (EKS/ECS/ECR)  •  Azure (AKS/ACI/ACR)  •  GCP (GKE/Run/GAR)  •  NIST NVD  •  Claude API  •  ServiceNow  •  Trivy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11064240" cy="82296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Session State  •  SQLite  •  TTL Cache  •  Audit Log  •  ServiceNow Ticket Cache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645920" cy="10972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85+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DD"/>
                </a:solidFill>
              </a:defRPr>
            </a:pPr>
            <a:r>
              <a:t>Python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5303520"/>
            <a:ext cx="1645920" cy="10972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DD"/>
                </a:solidFill>
              </a:defRPr>
            </a:pPr>
            <a:r>
              <a:t>AI Agent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303520"/>
            <a:ext cx="1645920" cy="10972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DD"/>
                </a:solidFill>
              </a:defRPr>
            </a:pPr>
            <a:r>
              <a:t>MCP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5303520"/>
            <a:ext cx="1645920" cy="10972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DD"/>
                </a:solidFill>
              </a:defRPr>
            </a:pPr>
            <a:r>
              <a:t>Container</a:t>
            </a:r>
            <a:br/>
            <a:r>
              <a:t>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303520"/>
            <a:ext cx="1645920" cy="10972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DD"/>
                </a:solidFill>
              </a:defRPr>
            </a:pPr>
            <a:r>
              <a:t>Compliance</a:t>
            </a:r>
            <a:br/>
            <a:r>
              <a:t>Frameworks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40" y="5303520"/>
            <a:ext cx="1645920" cy="10972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DD"/>
                </a:solidFill>
              </a:defRPr>
            </a:pPr>
            <a:r>
              <a:t>Cloud</a:t>
            </a:r>
            <a:br/>
            <a:r>
              <a:t>Providers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53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Agentic AI — Claude Tool-Use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Agent Loop (max 15 turns)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1. User sends natural language query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2. Claude analyzes intent, selects tools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3. ToolExecutor dispatches to handler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4. Handler calls core/cloud/snow module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5. Result returned to Claude as tool_result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6. Claude reasons over results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7. May call more tools or respond to user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8. Discovered vulns synced to session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13 Agent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scan_dockerfile — Regex pattern analysis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lookup_cve — NIST NVD API query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search_product_cves — Product search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calculate_risk_score — Risk assessment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generate_remediation_plan — AI plan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scan_cloud_service — EKS/AKS/GKE...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check_compliance — CIS / NIST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3E97B"/>
                </a:solidFill>
              </a:defRPr>
            </a:pPr>
            <a:r>
              <a:t>list_cloud_accounts — Account mgmt</a:t>
            </a:r>
          </a:p>
          <a:p>
            <a:pPr>
              <a:spcAft>
                <a:spcPts val="600"/>
              </a:spcAft>
              <a:defRPr sz="1200">
                <a:solidFill>
                  <a:srgbClr val="43E97B"/>
                </a:solidFill>
              </a:defRPr>
            </a:pPr>
            <a:r>
              <a:t>servicenow_create_incident — P1-P4</a:t>
            </a:r>
          </a:p>
          <a:p>
            <a:pPr>
              <a:spcAft>
                <a:spcPts val="600"/>
              </a:spcAft>
              <a:defRPr sz="1200">
                <a:solidFill>
                  <a:srgbClr val="43E97B"/>
                </a:solidFill>
              </a:defRPr>
            </a:pPr>
            <a:r>
              <a:t>servicenow_bulk_create — Mass tickets</a:t>
            </a:r>
          </a:p>
          <a:p>
            <a:pPr>
              <a:spcAft>
                <a:spcPts val="600"/>
              </a:spcAft>
              <a:defRPr sz="1200">
                <a:solidFill>
                  <a:srgbClr val="43E97B"/>
                </a:solidFill>
              </a:defRPr>
            </a:pPr>
            <a:r>
              <a:t>servicenow_search_tickets — Query</a:t>
            </a:r>
          </a:p>
          <a:p>
            <a:pPr>
              <a:spcAft>
                <a:spcPts val="600"/>
              </a:spcAft>
              <a:defRPr sz="1200">
                <a:solidFill>
                  <a:srgbClr val="43E97B"/>
                </a:solidFill>
              </a:defRPr>
            </a:pPr>
            <a:r>
              <a:t>servicenow_sync_cmdb — CI registration</a:t>
            </a:r>
          </a:p>
          <a:p>
            <a:pPr>
              <a:spcAft>
                <a:spcPts val="600"/>
              </a:spcAft>
              <a:defRPr sz="1200">
                <a:solidFill>
                  <a:srgbClr val="43E97B"/>
                </a:solidFill>
              </a:defRPr>
            </a:pPr>
            <a:r>
              <a:t>servicenow_create_change — CHG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ServiceNow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38404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457200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Incident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Auto-create P1/P2 incidents for CRITICAL/HIGH vulns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Severity → Priority mapping (configurable)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Structured descriptions with CVE, CVSS, remediation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Bulk creation with deduplication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Bidirectional status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38404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457200"/>
          </a:xfrm>
          <a:prstGeom prst="roundRect">
            <a:avLst/>
          </a:prstGeom>
          <a:solidFill>
            <a:srgbClr val="4FA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CMDB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Container images → CI records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Kubernetes clusters → CI records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Services with parent-child relationships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Operational status based on vuln severity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Auto-discovery from cloud scans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38404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457200"/>
          </a:xfrm>
          <a:prstGeom prst="roundRect">
            <a:avLst/>
          </a:prstGeom>
          <a:solidFill>
            <a:srgbClr val="A18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Change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Change requests for remediation actions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Auto-classify: standard vs normal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Implementation &amp; backout plans populated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Risk assessment included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Links to vulnerability 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Supports Basic Auth &amp; OAuth2  •  Retry with exponential backoff  •  Rate limit handling  •  Connection pooling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FA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Multi-Cloud Container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41148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50292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Amazon Web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EKS — Kubernetes cluster scanning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ECS — Task definitions &amp; Fargate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ECR — Native image scan findings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STS — Cross-account assume-role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Multi-region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41148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44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Microsoft 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AKS — Managed Kubernetes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ACI — Container Instances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ACR — Container Registry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Multi-subscription support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Service Principal &amp; DefaultCredential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411480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50292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44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Google Cloud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GKE — Google Kubernetes Engine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Cloud Run — Serverless containers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Artifact Registry — Image storage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Container Analysis API — Vuln scan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Multi-project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Compliance &amp;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47548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6400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CIS Docker Benchmark v1.6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BB"/>
                </a:solidFill>
              </a:defRPr>
            </a:pPr>
            <a:r>
              <a:t>9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4.1 — Non-root user for containers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4.2 — Trusted base images only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4.6 — HEALTHCHECK instructions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4.9 — COPY instead of ADD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4.10 — No secrets in Dockerfiles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5.8 — No privileged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47548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6400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CIS Kubernetes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27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BB"/>
                </a:solidFill>
              </a:defRPr>
            </a:pPr>
            <a:r>
              <a:t>8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5.1.1 — Restrict cluster-admin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5.2.1 — Minimize privileged containers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5.2.2 — No root containers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5.2.6 — Minimize capabilities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5.4.1 — Secrets as files, not ENV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5.7.3 — Security context enforcement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566160" cy="475488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566160" cy="6400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NIST SP 800-190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BB"/>
                </a:solidFill>
              </a:defRPr>
            </a:pPr>
            <a:r>
              <a:t>8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3.1.1 — Image vulnerabilities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3.1.2 — Image configuration defects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3.1.4 — Embedded secrets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3.3.1 — Network access controls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3.4.1 — Runtime vulnerabilities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3.5.1 — Host OS hardening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19456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45720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Streamlit, Plotly, Custom CSS</a:t>
            </a:r>
            <a:br/>
            <a:r>
              <a:t>Interactive charts, responsive layout</a:t>
            </a:r>
            <a:br/>
            <a:r>
              <a:t>11 modular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474720" cy="219456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280160"/>
            <a:ext cx="3474720" cy="457200"/>
          </a:xfrm>
          <a:prstGeom prst="roundRect">
            <a:avLst/>
          </a:prstGeom>
          <a:solidFill>
            <a:srgbClr val="A18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/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Anthropic Claude API (tool_use)</a:t>
            </a:r>
            <a:br/>
            <a:r>
              <a:t>FastMCP Server (stdio/SSE)</a:t>
            </a:r>
            <a:br/>
            <a:r>
              <a:t>13 agent tools, system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280160"/>
            <a:ext cx="3474720" cy="219456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1280160"/>
            <a:ext cx="3474720" cy="457200"/>
          </a:xfrm>
          <a:prstGeom prst="roundRect">
            <a:avLst/>
          </a:prstGeom>
          <a:solidFill>
            <a:srgbClr val="4FA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Cloud SDKs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boto3 (AWS), azure-identity</a:t>
            </a:r>
            <a:br/>
            <a:r>
              <a:t>google-cloud-container</a:t>
            </a:r>
            <a:br/>
            <a:r>
              <a:t>kubernetes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79"/>
            <a:ext cx="3474720" cy="219456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840479"/>
            <a:ext cx="3474720" cy="457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1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5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Pydantic v2 (20+ models)</a:t>
            </a:r>
            <a:br/>
            <a:r>
              <a:t>pydantic-settings, cachetools</a:t>
            </a:r>
            <a:br/>
            <a:r>
              <a:t>SQLite (optional), session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840479"/>
            <a:ext cx="3474720" cy="219456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79" y="3840479"/>
            <a:ext cx="3474720" cy="457200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8861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48055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NIST NVD API, Trivy CLI</a:t>
            </a:r>
            <a:br/>
            <a:r>
              <a:t>Regex pattern engine</a:t>
            </a:r>
            <a:br/>
            <a:r>
              <a:t>CIS/NIST compliance checks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840479"/>
            <a:ext cx="3474720" cy="2194560"/>
          </a:xfrm>
          <a:prstGeom prst="round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19" y="3840479"/>
            <a:ext cx="3474720" cy="457200"/>
          </a:xfrm>
          <a:prstGeom prst="roundRect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38861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448055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ServiceNow REST API</a:t>
            </a:r>
            <a:br/>
            <a:r>
              <a:t>Basic auth + OAuth2</a:t>
            </a:r>
            <a:br/>
            <a:r>
              <a:t>CMDB, Incidents,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3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Get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2286000"/>
          </a:xfrm>
          <a:prstGeom prst="roundRect">
            <a:avLst/>
          </a:prstGeom>
          <a:solidFill>
            <a:srgbClr val="4FA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pip install -r requirements.txt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560320" cy="2286000"/>
          </a:xfrm>
          <a:prstGeom prst="roundRect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Configure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Set CLAUDE_API_KEY, cloud</a:t>
            </a:r>
            <a:br/>
            <a:r>
              <a:t>credentials, ServiceNow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560320" cy="2286000"/>
          </a:xfrm>
          <a:prstGeom prst="roundRect">
            <a:avLst/>
          </a:prstGeom>
          <a:solidFill>
            <a:srgbClr val="A18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streamlit run streamlit_app.py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560320" cy="2286000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Analyze Dockerfiles, scan</a:t>
            </a:r>
            <a:br/>
            <a:r>
              <a:t>cloud services, chat with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754880"/>
            <a:ext cx="8503920" cy="640080"/>
          </a:xfrm>
          <a:prstGeom prst="roundRect">
            <a:avLst/>
          </a:prstGeom>
          <a:solidFill>
            <a:srgbClr val="53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800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MCP Server:  python -m containervul.mcp.server   |   containervul-mcp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ACFE"/>
                </a:solidFill>
              </a:defRPr>
            </a:pPr>
            <a:r>
              <a:t>github.com/ajittgosavii/containervul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BB"/>
                </a:solidFill>
              </a:defRPr>
            </a:pPr>
            <a:r>
              <a:t>ContainerVul v2.0  •  Open Source  •  Powered by Claude AI &amp; 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